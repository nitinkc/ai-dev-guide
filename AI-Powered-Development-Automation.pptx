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58A6FF"/>
                </a:solidFill>
              </a:defRPr>
            </a:pPr>
            <a:r>
              <a:t>AI-Powered Development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i="1">
                <a:solidFill>
                  <a:srgbClr val="8B949E"/>
                </a:solidFill>
              </a:defRPr>
            </a:pPr>
            <a:r>
              <a:t>Automating the manual, accelerating the meaningful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B949E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The Problem: Engineering Time Wasted on Toil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Developers spend 30–40% of time on repetitive, low-value tasks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Pain points: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  • JIRA ticket triage, grooming, and hand-off are manual and slow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  • Playwright E2E test failures require 30–120 min/failure to investigate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  • QA cycles bottlenecked by developer availability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  • Spring Boot boilerplate consumes senior engineer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28999"/>
            <a:ext cx="7680960" cy="731520"/>
          </a:xfrm>
          <a:prstGeom prst="rect">
            <a:avLst/>
          </a:prstGeom>
          <a:solidFill>
            <a:srgbClr val="1E325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i="1">
                <a:solidFill>
                  <a:srgbClr val="E6EDF3"/>
                </a:solidFill>
              </a:defRPr>
            </a:pPr>
            <a:r>
              <a:t>"Each CI failure costs ~1 hour of developer time. 10 failures/week = 1 dev-week/month lost"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Status Quo: Manual Workflow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JIRA → Code Flow: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5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JIRA ticket → reads → writes code → writes tests → opens PR (Days elapsed)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531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CI Failure 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5043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CI fails → investigates → reproduces → fixes → re-pushes (Hours elapsed)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70479"/>
            <a:ext cx="7680960" cy="822960"/>
          </a:xfrm>
          <a:prstGeom prst="rect">
            <a:avLst/>
          </a:prstGeom>
          <a:solidFill>
            <a:srgbClr val="1E325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Key insight: These workflows are structured, repeatable, and automatable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Our Solution: AI Agentic Automation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Event-driven AI agent system handling routine development tasks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Core Technology Stack: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531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LLMs (Claude 3.5 Sonnet / GPT-4o) — reasoning and code generation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RAG — vector-indexed codebase for context-aware retrieval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LangGraph — stateful orchestration with human-in-the-loop gates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MCP Servers — standardised tool integrations for JIRA, GitHub, Playwright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34079"/>
            <a:ext cx="7680960" cy="822960"/>
          </a:xfrm>
          <a:prstGeom prst="rect">
            <a:avLst/>
          </a:prstGeom>
          <a:solidFill>
            <a:srgbClr val="1E325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"AI proposes. Humans approve. CI validates."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Solution Architecture (High-Level)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Triggers: JIRA webhook, CI failure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Orchestration: LangGraph state machine with agent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3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Tool Layer: JIRA MCP, GitHub MCP, Playwright MCP, pgvector code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7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Outputs: GitHub PR, PR comment with RCA, JIRA comment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1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Fully event-driven, no polling, resumable via PostgreSQL checkpointer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Key design principle: Human interrupt gate is non-negotiable before PR creation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Use Case 1: JIRA Ticket → Pull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Trigger: Ticket assigned to AI agent in JIRA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5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Agent Flow: Read → Classify → RAG retrieve → ReAct plan → Generate → Test → Validate → Human review → Open 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531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Guardrails: Diff scope validator (&gt;50 lines → human flag), multi-service → escalation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45359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End-to-end run time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3–15 minutes per ticket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API cost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$0.05–$2.00 per ticket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Manual time saved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2–4 hours per ticket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Use Case 2: Playwright CI Failure → RCA &amp; Auto-Fix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Trigger: GitHub Actions detects Playwright test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5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Agent Flow: Download report → Classify failure type → Auto-fix OR RCA document → Push/Post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531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Failure types: Flaky timing, broken selectors, API contract breaks, environment issues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45359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Agent analysis time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&lt; 2 minutes (vs 30–120 manual)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Correct classification rate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&gt;90%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Auto-fixes passing on first try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&gt;70%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Investigation time reduction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&gt;60%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The Advantage: Speed, Accuracy &amp; Developer Focus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JIRA → PR cycle time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1–3 days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3–15 minutes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CI failure investigation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30–120 min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&lt; 2 minutes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Developer context switching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Test coverage per PR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Enforced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Cost per ticket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$0.05–$2.00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931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 b="0">
                <a:solidFill>
                  <a:srgbClr val="E6EDF3"/>
                </a:solidFill>
              </a:defRPr>
            </a:pPr>
            <a:r>
              <a:t>Human engineers refocus on: architecture decisions, complex features, code review 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Safety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Every AI action is reversible or gated before taking effect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Human-in-the-loop via LangGraph interrupt before PR creation and commit push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Input/output guardrails (Guardrails AI) — no PII or secrets in LLM context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Secret scanning (gitleaks/TruffleHog) on generated code before push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Full audit trail: LangSmith/Langfuse tracing, PostgreSQL state checkpointing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AI-generated PRs are clearly labelled — no stealth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28999"/>
            <a:ext cx="7680960" cy="822960"/>
          </a:xfrm>
          <a:prstGeom prst="rect">
            <a:avLst/>
          </a:prstGeom>
          <a:solidFill>
            <a:srgbClr val="1E325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"The agent cannot merge. Only humans merge."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How We Approached It: Team &amp; Phased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Team Structure (4 roles):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5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AI/ML Engineer — LangGraph orchestration, RAG pipeline, LLM integration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Backend Engineer — Spring Boot services, MCP adapters, build sandbox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QA/Automation Engineer — Playwright MCP, test classification logic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DevOps/Platform Engineer — CI webhooks, Docker sandbox, PostgreSQL checkpointer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14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Phased Timeline: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439159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Weeks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58A6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1E32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1–4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Foundations: RAG, JIRA MCP, LangGraph, gates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5–8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Use Case 1: JIRA → PR (bugs, features)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9–12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Use Case 2: Playwright RCA + auto-fix + CI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13+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6EDF3"/>
                          </a:solidFill>
                        </a:defRPr>
                      </a:pPr>
                      <a:r>
                        <a:t>Expansion: code review, docs, dependencies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What Else This Platform Enables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Expansion Roadmap — Same Stack, New Targets: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5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Automated code review comments (security, style, coverage) on every PR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Documentation generation from merged code changes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Dependency upgrade PRs triggered by security advisories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On-call runbook execution from PagerDuty alerts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Sprint retrospective summaries from completed JIRA tickets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Test gap detection — weekly scan for uncovered code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54119"/>
            <a:ext cx="7680960" cy="822960"/>
          </a:xfrm>
          <a:prstGeom prst="rect">
            <a:avLst/>
          </a:prstGeom>
          <a:solidFill>
            <a:srgbClr val="1E325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The platform is an investment in infrastructure, not a one-off 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58A6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Three-Sentence Executive Summary: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5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1. We built an AI agent platform that turns JIRA tickets into PRs and Playwright failures into root cause reports — with human approval gates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2. The system uses production-grade LLMs, RAG-indexed codebase, and standardised MCP integrations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3. Initial use cases show 10–50× time savings with a clear expansion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940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 b="1">
                <a:solidFill>
                  <a:srgbClr val="E6EDF3"/>
                </a:solidFill>
              </a:defRPr>
            </a:pPr>
            <a:r>
              <a:t>Call to Action: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19119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Approve Phase 2 resourcing to productionise Use Case 1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Schedule a live demo of the JIRA → PR flow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E6EDF3"/>
                </a:solidFill>
              </a:defRPr>
            </a:pPr>
            <a:r>
              <a:t>Define the list of Spring Boot services to onboard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